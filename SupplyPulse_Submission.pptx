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AF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AF0"/>
                </a:solidFill>
                <a:latin typeface="Arial"/>
              </a:rPr>
              <a:t>Pipeline stage runtime (seconds)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(pandas)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AF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Load</c:v>
                  </c:pt>
                  <c:pt idx="1">
                    <c:v>Join</c:v>
                  </c:pt>
                  <c:pt idx="2">
                    <c:v>Aggregate</c:v>
                  </c:pt>
                  <c:pt idx="3">
                    <c:v>Risk 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4.8</c:v>
                </c:pt>
                <c:pt idx="1">
                  <c:v>6.2</c:v>
                </c:pt>
                <c:pt idx="2">
                  <c:v>5.1</c:v>
                </c:pt>
                <c:pt idx="3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(RAPIDS cuDF)</c:v>
                </c:pt>
              </c:strCache>
            </c:strRef>
          </c:tx>
          <c:spPr>
            <a:solidFill>
              <a:srgbClr val="00E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AF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Load</c:v>
                  </c:pt>
                  <c:pt idx="1">
                    <c:v>Join</c:v>
                  </c:pt>
                  <c:pt idx="2">
                    <c:v>Aggregate</c:v>
                  </c:pt>
                  <c:pt idx="3">
                    <c:v>Risk 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</c:v>
                </c:pt>
                <c:pt idx="1">
                  <c:v>0.5</c:v>
                </c:pt>
                <c:pt idx="2">
                  <c:v>0.4</c:v>
                </c:pt>
                <c:pt idx="3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AF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14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0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31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E314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0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0F1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C8CCD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0F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SupplyPulse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Risk Intelligence,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accelerated on the </a:t>
            </a:r>
            <a:pPr indent="0" marL="0">
              <a:buNone/>
            </a:pPr>
            <a:r>
              <a:rPr lang="en-US" sz="40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scoring, demand forecasting, and reorder recommendations across 220 SKUs and 12 distribution centers — powered by RAPIDS cuDF on NVIDIA L4.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2E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 Foods Co. · Ops Intelligence 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6126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 hides in spreadsheets until it's too late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surface too late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34290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discover shortages after demand has already spiked, when there's no time left to react.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574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run on stale data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17720" y="34290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 jobs over millions of transaction rows are too slow to refresh risk scores in real time.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0574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676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manual &amp; siloed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366760" y="34290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Reorder, markdown, and reroute calls are made DC-by-DC, with no unified view of portfolio-wide risk.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SupplyPulse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SupplyPulse is a real-time inventory risk console that continuously scores every SKU, forecasts demand 14 days out, and turns both into ranked, confidence-scored actions — fast enough to run on demand, not overnight.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A1D26"/>
          </a:solidFill>
          <a:ln w="12700">
            <a:solidFill>
              <a:srgbClr val="2E31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743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2.1M daily transaction rows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90672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24688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A1D26"/>
          </a:solidFill>
          <a:ln w="12700">
            <a:solidFill>
              <a:srgbClr val="2E314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7432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3840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 cuDF on NVIDIA L4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79592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126480" y="24688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A1D26"/>
          </a:solidFill>
          <a:ln w="12700">
            <a:solidFill>
              <a:srgbClr val="2E314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7432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Forecast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9360" y="3840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Per-SKU risk + 14-day demand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668512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8915400" y="24688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A1D26"/>
          </a:solidFill>
          <a:ln w="12700">
            <a:solidFill>
              <a:srgbClr val="2E314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74320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9828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098280" y="38404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/ reduce / reroute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transactions to a ranked action queue — refreshed on demand, in seconds.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modules, one unified risk console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579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Scanner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42316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all 220 SKUs by a composite risk score (0-100), with critical/high/medium tiers, days-of-cover, and stock-vs-demand trend sparklines.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1579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23760" y="242316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demand projection with confidence bands, built on rolling historical sales by SKU and distribution center.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897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75488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reorder, markdown, and reroute actions, each with a confidence score — approve individually or in bulk.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40690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4343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4897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GPU Acceleration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23760" y="475488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status view, plus a live CPU-vs-GPU benchmark showing RAPIDS cuDF speedups on NVIDIA L4.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SupplyPulse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Acceleration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RAPIDS cuDF on NVIDIA L4 vs. CPU pandas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834640" cy="4206240"/>
          </a:xfrm>
          <a:prstGeom prst="roundRect">
            <a:avLst>
              <a:gd name="adj" fmla="val 2581"/>
            </a:avLst>
          </a:prstGeom>
          <a:solidFill>
            <a:srgbClr val="1A1D26"/>
          </a:solidFill>
          <a:ln w="12700">
            <a:solidFill>
              <a:srgbClr val="2E31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18×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END-TO-END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4206240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074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portfolio risk scan over 2.1M daily transaction rows across 220 SKUs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657600" y="1828800"/>
          <a:ext cx="7955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3657600" y="59436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14-DC, 220-SKU dataset · single NVIDIA L4 GPU · benchmarked end-to-end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2651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324612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379476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warehouse, and transit feeds across 12 DCs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51460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70632" y="2377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2651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0360" y="324612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880360" y="379476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 + on-demand transaction loads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36592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992624" y="2377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004" y="26517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02352" y="324612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cuDF on L4 GPU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102352" y="379476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aggregations, risk scoring in parallel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95858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214616" y="2377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996" y="26517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24344" y="324612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324344" y="379476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Per-SKU risk score + 14-day demand forecast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9180576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436608" y="2377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4E6E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0988" y="265176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46336" y="324612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Layer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546336" y="379476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reorder / reduce / reroute recommendations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548640" y="5120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that drives the live dashboard powers the benchmark on the previous slide.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SupplyPulse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GPU-accelerated pipeline unlocks for ops teams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A1D26"/>
          </a:solidFill>
          <a:ln w="12700">
            <a:solidFill>
              <a:srgbClr val="2E31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scored live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A1D26"/>
          </a:solidFill>
          <a:ln w="12700">
            <a:solidFill>
              <a:srgbClr val="2E31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2044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centers covered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A1D26"/>
          </a:solidFill>
          <a:ln w="12700">
            <a:solidFill>
              <a:srgbClr val="2E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18×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CPU pipeline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18288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A1D26"/>
          </a:solidFill>
          <a:ln w="12700">
            <a:solidFill>
              <a:srgbClr val="2E31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09828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Critical-risk SKUs caught early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scan to action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0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60120" y="4251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risk scan replaces the overnight batch job — refresh whenever inventory shifts</a:t>
            </a:r>
            <a:endParaRPr lang="en-US" sz="13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4632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6012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recommendations turn raw risk into a one-click action queue</a:t>
            </a:r>
            <a:endParaRPr lang="en-US" sz="13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949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12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headroom means the same console scales to thousands of SKUs without re-architecting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SupplyPulse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SupplyPulse turns slow, siloed inventory risk management into a real-time, GPU-accelerated console — built to scale from one warehouse to a global network.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RAPIDS cuDF · NVIDIA L4 GPU · HTML/JS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data connectors · multi-GPU scale-out · automated action triggers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2E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github.com/[your-repo]/supplypulse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6126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SupplyPulse — GPU-Accelerated Inventory Risk Intelligence</dc:title>
  <dc:subject>PptxGenJS Presentation</dc:subject>
  <dc:creator>SupplyPulse Team</dc:creator>
  <cp:lastModifiedBy>SupplyPulse Team</cp:lastModifiedBy>
  <cp:revision>1</cp:revision>
  <dcterms:created xsi:type="dcterms:W3CDTF">2026-06-30T17:15:24Z</dcterms:created>
  <dcterms:modified xsi:type="dcterms:W3CDTF">2026-06-30T17:15:24Z</dcterms:modified>
</cp:coreProperties>
</file>